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1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38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D0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15"/>
        <p:guide pos="38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0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-635" y="604520"/>
            <a:ext cx="996950" cy="5506720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EFD0F7"/>
              </a:gs>
              <a:gs pos="53000">
                <a:srgbClr val="7030A0"/>
              </a:gs>
              <a:gs pos="0">
                <a:srgbClr val="EFD0F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6" name="Oval 5"/>
          <p:cNvSpPr/>
          <p:nvPr/>
        </p:nvSpPr>
        <p:spPr>
          <a:xfrm>
            <a:off x="260350" y="2517140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7" name="Oval 6"/>
          <p:cNvSpPr/>
          <p:nvPr/>
        </p:nvSpPr>
        <p:spPr>
          <a:xfrm>
            <a:off x="260350" y="357441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8" name="Oval 7"/>
          <p:cNvSpPr/>
          <p:nvPr/>
        </p:nvSpPr>
        <p:spPr>
          <a:xfrm>
            <a:off x="260350" y="467931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10" name="Text Box 9"/>
          <p:cNvSpPr txBox="1"/>
          <p:nvPr/>
        </p:nvSpPr>
        <p:spPr>
          <a:xfrm>
            <a:off x="3542665" y="1790700"/>
            <a:ext cx="6096000" cy="838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PH" altLang="en-GB" sz="3000" b="1">
                <a:solidFill>
                  <a:schemeClr val="tx1"/>
                </a:solidFill>
                <a:latin typeface="Segoe UI Black" panose="020B0A02040204020203" charset="0"/>
                <a:cs typeface="Segoe UI Black" panose="020B0A02040204020203" charset="0"/>
              </a:rPr>
              <a:t>WELCOME TO MY PORTFOLIO</a:t>
            </a:r>
            <a:endParaRPr lang="en-PH" altLang="en-GB" sz="3000" b="1">
              <a:solidFill>
                <a:schemeClr val="tx1"/>
              </a:solidFill>
              <a:latin typeface="Segoe UI Black" panose="020B0A02040204020203" charset="0"/>
              <a:cs typeface="Segoe UI Black" panose="020B0A02040204020203" charset="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4380865" y="2517140"/>
            <a:ext cx="441960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PH" altLang="en-GB" sz="2500">
                <a:latin typeface="Segoe UI Black" panose="020B0A02040204020203" charset="0"/>
                <a:cs typeface="Segoe UI Black" panose="020B0A02040204020203" charset="0"/>
              </a:rPr>
              <a:t>MARCKY PAULO BALABA</a:t>
            </a:r>
            <a:endParaRPr lang="en-PH" altLang="en-GB" sz="2500">
              <a:latin typeface="Segoe UI Black" panose="020B0A02040204020203" charset="0"/>
              <a:cs typeface="Segoe UI Black" panose="020B0A02040204020203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0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-635" y="604520"/>
            <a:ext cx="996950" cy="5506720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EFD0F7"/>
              </a:gs>
              <a:gs pos="53000">
                <a:srgbClr val="7030A0"/>
              </a:gs>
              <a:gs pos="0">
                <a:srgbClr val="EFD0F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6" name="Oval 5"/>
          <p:cNvSpPr/>
          <p:nvPr/>
        </p:nvSpPr>
        <p:spPr>
          <a:xfrm>
            <a:off x="260350" y="2517140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7" name="Oval 6"/>
          <p:cNvSpPr/>
          <p:nvPr/>
        </p:nvSpPr>
        <p:spPr>
          <a:xfrm>
            <a:off x="260350" y="145986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8" name="Oval 7"/>
          <p:cNvSpPr/>
          <p:nvPr/>
        </p:nvSpPr>
        <p:spPr>
          <a:xfrm>
            <a:off x="260350" y="357441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2" name="Oval 1"/>
          <p:cNvSpPr/>
          <p:nvPr/>
        </p:nvSpPr>
        <p:spPr>
          <a:xfrm>
            <a:off x="260350" y="4678680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pic>
        <p:nvPicPr>
          <p:cNvPr id="11" name="Picture 10" descr="9c688361-a0ab-4b0d-8b8a-211d72e367dc-removebg-preview"/>
          <p:cNvPicPr>
            <a:picLocks noChangeAspect="1"/>
          </p:cNvPicPr>
          <p:nvPr/>
        </p:nvPicPr>
        <p:blipFill>
          <a:blip r:embed="rId1"/>
          <a:srcRect t="7661" b="31256"/>
          <a:stretch>
            <a:fillRect/>
          </a:stretch>
        </p:blipFill>
        <p:spPr>
          <a:xfrm>
            <a:off x="1903095" y="1692275"/>
            <a:ext cx="3981450" cy="3473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0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-635" y="604520"/>
            <a:ext cx="996950" cy="5506720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EFD0F7"/>
              </a:gs>
              <a:gs pos="53000">
                <a:srgbClr val="7030A0"/>
              </a:gs>
              <a:gs pos="0">
                <a:srgbClr val="EFD0F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6" name="Oval 5"/>
          <p:cNvSpPr/>
          <p:nvPr/>
        </p:nvSpPr>
        <p:spPr>
          <a:xfrm>
            <a:off x="260350" y="2517140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7" name="Oval 6"/>
          <p:cNvSpPr/>
          <p:nvPr/>
        </p:nvSpPr>
        <p:spPr>
          <a:xfrm>
            <a:off x="260350" y="357441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8" name="Oval 7"/>
          <p:cNvSpPr/>
          <p:nvPr/>
        </p:nvSpPr>
        <p:spPr>
          <a:xfrm>
            <a:off x="260350" y="1459865"/>
            <a:ext cx="474345" cy="47434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10" name="Text Box 9"/>
          <p:cNvSpPr txBox="1"/>
          <p:nvPr/>
        </p:nvSpPr>
        <p:spPr>
          <a:xfrm>
            <a:off x="3542665" y="1790700"/>
            <a:ext cx="6096000" cy="838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PH" altLang="en-GB" sz="3000" b="1">
                <a:solidFill>
                  <a:schemeClr val="tx1"/>
                </a:solidFill>
                <a:latin typeface="Segoe UI Black" panose="020B0A02040204020203" charset="0"/>
                <a:cs typeface="Segoe UI Black" panose="020B0A02040204020203" charset="0"/>
              </a:rPr>
              <a:t>PROJECTS</a:t>
            </a:r>
            <a:endParaRPr lang="en-PH" altLang="en-GB" sz="3000" b="1">
              <a:solidFill>
                <a:schemeClr val="tx1"/>
              </a:solidFill>
              <a:latin typeface="Segoe UI Black" panose="020B0A02040204020203" charset="0"/>
              <a:cs typeface="Segoe UI Black" panose="020B0A02040204020203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</Words>
  <Application>WPS Presentation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2" baseType="lpstr">
      <vt:lpstr>Arial</vt:lpstr>
      <vt:lpstr>SimSun</vt:lpstr>
      <vt:lpstr>Wingdings</vt:lpstr>
      <vt:lpstr>Segoe UI Black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MaRcKy BaLaBa</cp:lastModifiedBy>
  <cp:revision>6</cp:revision>
  <dcterms:created xsi:type="dcterms:W3CDTF">2025-07-23T00:59:00Z</dcterms:created>
  <dcterms:modified xsi:type="dcterms:W3CDTF">2026-02-21T15:19:08Z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D69647C4F86543F1A318768E00913986_11</vt:lpwstr>
  </property>
  <property fmtid="{D5CDD505-2E9C-101B-9397-08002B2CF9AE}" pid="3" name="KSOProductBuildVer">
    <vt:lpwstr>2057-12.2.0.23197</vt:lpwstr>
  </property>
</Properties>
</file>